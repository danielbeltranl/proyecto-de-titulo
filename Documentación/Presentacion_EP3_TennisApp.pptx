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Presentarse, nombrar el proyecto y el objetivo de esta entrega: mostrar el plan de pruebas, su aplicacion y las mejoras. Repartir quien expone cada bloque. Mantener lenguaje tecnico y formal en todo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el mapa de la presentacion en 20 segundos. No leer palabra por palabra: anticipar que el foco esta en el plan de pruebas y las mejoras, que es lo que se evalua.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problema real que justifica el proyecto. La clave: los datos manuales se pierden y eso lleva a malas decisiones del entrenador. Conectar con la necesidad de centralizar.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solucion en una frase: digitalizar y centralizar el analisis de rendimiento. No entrar en detalle de features que no son de esta evaluacion.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de lo evidenciado en EP1 y EP2, solo lo relevante para esta evaluacion. Mencionar que la seguridad por JWT es justo el modulo que vamos a poner a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el producto esta avanzado y funcional. Ser honestos con lo unico pendiente. Esto da contexto antes de entrar al plan de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EMPIEZA TU PARTE. La idea fuerza: un test unitario no debe depender de infraestructura externa. Por eso montamos un entorno aislado con SQLite en memoria. 23 casos. Explicar por que el aislamiento importa: reproducibilidad y velocidad.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la tabla entera. Explicar el criterio: cada caso valida una funcionalidad o una regla de negocio con un resultado esperado claro. Destacar CP-REG-10 porque es el que va a fallar y generar la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se prueba el corazon de la seguridad. Explicar el ciclo de vida del token: se emite en login/registro, protege endpoints, y se invalida en logout o re-login. Mencionar que los claims personalizados (rol) habilitan permisos por tipo de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comando real (idealmente con una captura de la consola). Ser claros: 22 pasaron, 1 fallo. Y ese fallo NO es una mala noticia: es exactamente para lo que sirve el plan de pruebas. Detectamos un error antes de que llegara a produccion.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SLIDE DE DOMINIO TECNICO. Explicar la causa raiz con tus palabras: los validadores de campo en DRF (validate_&lt;campo&gt;) solo corren si el campo esta presente. Si el campo falta, nunca se valida. Por eso el registro pasaba. Si te preguntan, esta es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la correccion en una frase: declaramos el campo de forma explicita con required=True, asi DRF exige su presencia antes de cualquier otra logica. Cambio minimo, una linea, pero corrige el problema de raiz.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el ciclo: corregimos y volvimos a ejecutar TODO el plan. 23 de 23. Esto demuestra que la correccion no rompio nada mas (no hay regresiones) y que el modulo cumple. Idealmente mostrar la captura real de la consola en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Conectar los resultados con los estandares de calidad de la industria que pide la pauta: usabilidad, seguridad, completitud, correccion y pertinencia. Cada uno respaldado por casos concretos del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el aprendizaje, no solo con el resultado. La leccion principal: las pruebas no son un tramite, encontraron un bug real. Demostrar madurez tecnica reconociendo tambien el problema del nombre de la app y como se resolvio.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a preguntas. Recordar: las preguntas pueden ir a cualquier integrante. Repasar antes el bloque de Q&amp;A. Mantener lenguaje formal y tecnico hasta el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640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TALLER APLICADO DE PROGRAMACIÓN · TPY1101 · SECCIÓN 002V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TennisApp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6D6"/>
                </a:solidFill>
                <a:latin typeface="Calibri"/>
              </a:rPr>
              <a:t>Estado de Avance N°3 — Plan de pruebas y validación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Integrantes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Jim Deivid Maldonado Freire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Daniel Andrés Beltrán Lastra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Maximiliano Arturo Huerta González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C6B4"/>
                </a:solidFill>
                <a:latin typeface="Calibri"/>
              </a:rPr>
              <a:t>Docente guía: Alexis Jacob Jiménez Parada</a:t>
            </a:r>
          </a:p>
          <a:p>
            <a:pPr algn="l"/>
            <a:r>
              <a:rPr sz="1300" b="0">
                <a:solidFill>
                  <a:srgbClr val="A9C6B4"/>
                </a:solidFill>
                <a:latin typeface="Calibri"/>
              </a:rPr>
              <a:t>Semana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Contexto y problemática del proyecto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Resumen de avance (EP1 y EP2)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Plan de pruebas de software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Aplicación del plan y resultados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Mejoras realizadas según los resultados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Conclusiones y lecciones aprendidas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Contexto y problemática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El tenis amateur y formativo registra datos de forma manual (papel, planillas).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Calibri"/>
              </a:rPr>
              <a:t>      –  Un set tiene entre 230 y 270 golpes (Kovalchik &amp; Ingram, 2018): el error humano es inevitable.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Consecuencias: pérdida de información, decisiones técnicas erróneas e ineficiencia.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No existe centralización: se usan varias apps para capturar pocos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La solución: TennisApp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Plataforma web para registro en tiempo real y análisis de estadísticas de tenis.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Centraliza la captura del marcador, la gestión de jugadores y el análisis de rendimiento.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Dirigida a jugadores amateur/semiprofesionales y a entrenadores.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Convierte la captura manual en un flujo de información analítica procesable.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Arquitectura general (resumen EP1–EP2)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Backend: Django + Django REST Framework — monolito modular por contexto.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Frontend: React + TypeScript.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Base de datos: PostgreSQL (NeonDB). Despliegue: Docker sobre AWS.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Seguridad: autenticación basada en JSON Web Tokens (JWT).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Estado de avance del desarrollo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EP1: contexto, objetivos, alcance y arquitectura definidos.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EP2: diseño, requerimientos funcionales/no funcionales y ambiente de pruebas.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Módulos implementados: usuarios y autenticación, partidos, estadísticas, amistades, coaching y notificaciones.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Calibri"/>
              </a:rPr>
              <a:t>      –  Único pendiente: transmisión del marcador en tiempo real a entrenadores asociados.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Plan de pruebas: enfoque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Módulos bajo prueba: registro de usuarios, login y autenticación JWT.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Pruebas automatizadas con Django TestCase y el cliente de API de DRF.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Principio de diseño: aislamiento total — SQLite en memoria, sin PostgreSQL ni Redis.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23 casos de prueba ejecutables y reproducibles en cualquier máquina.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Plan de pruebas — Registro de usuarios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035040"/>
                <a:gridCol w="377647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42A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Qué se comprueba</a:t>
                      </a:r>
                    </a:p>
                  </a:txBody>
                  <a:tcPr>
                    <a:solidFill>
                      <a:srgbClr val="142A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Resultado esperado</a:t>
                      </a:r>
                    </a:p>
                  </a:txBody>
                  <a:tcPr>
                    <a:solidFill>
                      <a:srgbClr val="142A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CP-REG-01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Registro de jugador con datos completos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201 + tokens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Falta el campo obligatorio 'sexo'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CP-REG-03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Falta el campo obligatorio 'peso'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400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Falta el campo obligatorio 'altura'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CP-REG-05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Correo electrónico duplicado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400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Rol inexistente ('Arbitro')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CP-REG-07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La contraseña no se expone en la respuesta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Campo ausente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El registro crea una sesión activa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1 TokenSession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CP-REG-09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Registro de entrenador con datos completos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201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CP-REG-10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Entrenador sin 'fecha_nacimiento'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Plan de pruebas — Login y JWT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577840"/>
                <a:gridCol w="377647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42A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Qué se comprueba</a:t>
                      </a:r>
                    </a:p>
                  </a:txBody>
                  <a:tcPr>
                    <a:solidFill>
                      <a:srgbClr val="142A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Resultado esperado</a:t>
                      </a:r>
                    </a:p>
                  </a:txBody>
                  <a:tcPr>
                    <a:solidFill>
                      <a:srgbClr val="142A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CP-LOGIN-01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Login con credenciales válidas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200 + tokens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CP-LOGIN-02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Contraseña incorrecta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CP-LOGIN-03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Correo no registrado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401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CP-LOGIN-04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Claims personalizados en el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correo, nombre, 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CP-LOGIN-06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Re-login invalida la sesión anterior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1 sesión activa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CP-JWT-01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Endpoint protegido sin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CP-JWT-03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Token malformado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401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CP-JWT-05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Cambio de contraseña con clave actual errónea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HTTP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CP-JWT-07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Logout invalida la sesión activa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3C3C"/>
                          </a:solidFill>
                        </a:rPr>
                        <a:t>Sesión cerrada</a:t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Aplicación del plan y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Ejecución: python manage.py test apiusuario.test_auth --settings=back.settings_test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23 casos ejecutados en un entorno aislado y reproducible.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Calibri"/>
              </a:rPr>
              <a:t>      –  Primera ejecución: 22 PASS / 1 FAIL.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Falla detectada: CP-REG-10 — el sistema permitió registrar un entrenador sin fecha de nacimiento.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Defecto detectado: CP-REG-10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Síntoma: un entrenador sin 'fecha_nacimiento' se registraba con HTTP 201 (debía ser 400).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Causa raíz: el campo del modelo es null/blank, por lo que el serializer lo asume opcional.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Calibri"/>
              </a:rPr>
              <a:t>      –  DRF no ejecuta el validador de campo cuando el dato no viene en la petición.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Impacto: posibles entrenadores con datos incompletos — riesgo de integridad.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Mejora realizada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6E6E"/>
                </a:solidFill>
                <a:latin typeface="Calibri"/>
              </a:rPr>
              <a:t>apiusuario/serializer.py — EntrenadorRegistroSerializer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ANTES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486400" cy="4023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class EntrenadorRegistroSerializer(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serializers.ModelSerializer):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password = serializers.CharField(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write_only=True)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# validate_fecha_nacimiento NO se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# invoca si el campo esta ausente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def validate_fecha_nacimiento(self, v):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if not v: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    raise ValidationError(...)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return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DESPUÉS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5486400" cy="4023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24028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class EntrenadorRegistroSerializer(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serializers.ModelSerializer):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password = serializers.CharField(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write_only=True)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# se fuerza la presencia del campo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fecha_nacimiento = serializers.DateField(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required=True)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# -&gt; ahora el registro exige la fecha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Resultado final tras la corrección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1672" cy="1828800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7D32"/>
                </a:solidFill>
                <a:latin typeface="Calibri"/>
              </a:rPr>
              <a:t>23 / 23 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91672" cy="21031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Consolas"/>
              </a:rPr>
              <a:t>$ python manage.py test apiusuario.test_auth \</a:t>
            </a:r>
          </a:p>
          <a:p>
            <a:pPr algn="l"/>
            <a:r>
              <a:rPr sz="1400" b="0">
                <a:solidFill>
                  <a:srgbClr val="E6E6E6"/>
                </a:solidFill>
                <a:latin typeface="Consolas"/>
              </a:rPr>
              <a:t>        --settings=back.settings_test</a:t>
            </a:r>
          </a:p>
          <a:p>
            <a:pPr algn="l"/>
            <a:r>
              <a:rPr sz="1400" b="0">
                <a:solidFill>
                  <a:srgbClr val="E6E6E6"/>
                </a:solidFill>
                <a:latin typeface="Consolas"/>
              </a:rPr>
              <a:t> </a:t>
            </a:r>
          </a:p>
          <a:p>
            <a:pPr algn="l"/>
            <a:r>
              <a:rPr sz="1400" b="0">
                <a:solidFill>
                  <a:srgbClr val="E6E6E6"/>
                </a:solidFill>
                <a:latin typeface="Consolas"/>
              </a:rPr>
              <a:t>Ran 23 tests in 0.189s</a:t>
            </a:r>
          </a:p>
          <a:p>
            <a:pPr algn="l"/>
            <a:r>
              <a:rPr sz="1400" b="0">
                <a:solidFill>
                  <a:srgbClr val="E6E6E6"/>
                </a:solidFill>
                <a:latin typeface="Consolas"/>
              </a:rPr>
              <a:t> </a:t>
            </a:r>
          </a:p>
          <a:p>
            <a:pPr algn="l"/>
            <a:r>
              <a:rPr sz="1400" b="0">
                <a:solidFill>
                  <a:srgbClr val="E6E6E6"/>
                </a:solidFill>
                <a:latin typeface="Consolas"/>
              </a:rPr>
              <a:t>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Estándares de calidad verificados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Seguridad: la contraseña no se expone, los tokens malformados se rechazan y los endpoints exigen autenticación.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Completitud: el 100% de los casos planificados fue ejecutado y aprobado.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Corrección: el defecto fue documentado con su causa raíz y corregido con evidencia.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Usabilidad: los errores indican el campo exacto que falló.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ESTADO DE AVANCE N°3  ·  TENNISAPP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Conclusiones y lecciones aprendidas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La validación sistemática detectó un error silencioso antes de producción.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Los validadores de campo en DRF no corren si el campo está ausente: declarar required=True.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Nombrar una app 'statistics' ensombrece la librería estándar de Python: se aisló el entorno de pruebas.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C3C3C"/>
                </a:solidFill>
                <a:latin typeface="Calibri"/>
              </a:rPr>
              <a:t>●  Las pruebas automatizadas documentan el comportamiento esperado del sistema.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640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6D6"/>
                </a:solidFill>
                <a:latin typeface="Calibri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